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etden.bratuxa.zomb.top/tornado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Торнадо 42 — отчёт ГусЛи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Батальон 1Б42П • ГусЛи • 14 вкусов • формула ×2.42 • боты ×1.42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вкусов: уровень → цена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35280">
                <a:tc>
                  <a:txBody>
                    <a:bodyPr/>
                    <a:lstStyle/>
                    <a:p>
                      <a:r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Вкус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Уровень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Цена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Шторм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Блек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Яблоко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Манго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Жвачка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Мармеладыч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Банан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115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Лимонный пирог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Сакура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Персик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220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Ягодный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260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Скилл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320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Бустер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380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 микс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Формула уровней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NEED = ceil(5 × 2.42^(level−1))</a:t>
            </a:r>
          </a:p>
          <a:p>
            <a:pPr/>
            <a:r>
              <a:rPr/>
              <a:t>Уровень 1 → 5 кликов</a:t>
            </a:r>
          </a:p>
          <a:p>
            <a:pPr/>
            <a:r>
              <a:rPr/>
              <a:t>Уровень 2 → 13 кликов (5×2.42=12.1 → 13)</a:t>
            </a:r>
          </a:p>
          <a:p>
            <a:pPr/>
            <a:r>
              <a:rPr/>
              <a:t>Уровень 3 → 30 кликов (5×2.42²=29.3 → 30)</a:t>
            </a:r>
          </a:p>
          <a:p>
            <a:pPr/>
            <a:r>
              <a:rPr/>
              <a:t>Уровень 4 → 71 кликов</a:t>
            </a:r>
          </a:p>
          <a:p>
            <a:pPr/>
            <a:r>
              <a:rPr/>
              <a:t>Уровень 5 → 172 кликов</a:t>
            </a:r>
          </a:p>
          <a:p>
            <a:pPr/>
            <a:r>
              <a:rPr/>
              <a:t>Рост ×2.42 за уровень — число 42 зашито в экономику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Покупатели (автокликеры)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Покупатель каждые 5 уровней: 1, 6, 11, 16, 21, …</a:t>
            </a:r>
          </a:p>
          <a:p>
            <a:pPr/>
            <a:r>
              <a:rPr/>
              <a:t>Бюджет покупателя: base × 1.42^idx</a:t>
            </a:r>
          </a:p>
          <a:p>
            <a:pPr/>
            <a:r>
              <a:rPr/>
              <a:t>idx — номер покупателя (0, 1, 2, …)</a:t>
            </a:r>
          </a:p>
          <a:p>
            <a:pPr/>
            <a:r>
              <a:rPr/>
              <a:t>base — базовый доход, ×1.42 за каждого нового бота</a:t>
            </a:r>
          </a:p>
          <a:p>
            <a:pPr/>
            <a:r>
              <a:rPr/>
              <a:t>Боты кликают сами — доход растёт экспоненциально</a:t>
            </a:r>
          </a:p>
          <a:p>
            <a:pPr/>
            <a:r>
              <a:rPr/>
              <a:t>Синергия: уровни ×2.42, боты ×1.42 — баланс 42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Статус: в проде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hlinkClick r:id="rId2"/>
              </a:rPr>
              <a:t>Игра: https://setden.bratuxa.zomb.top/tornado.html — HTTP 200</a:t>
            </a:r>
          </a:p>
          <a:p>
            <a:pPr/>
            <a:r>
              <a:rPr/>
              <a:t>Коммит 3b73cbd: 14 вкусов, 42 микс на 242, формула ×2.42, боты ×1.42 каждые 5 ур</a:t>
            </a:r>
          </a:p>
          <a:p>
            <a:pPr/>
            <a:r>
              <a:rPr/>
              <a:t>Файл: tornado.html в репе /root/sites (master)</a:t>
            </a:r>
          </a:p>
          <a:p>
            <a:pPr/>
            <a:r>
              <a:rPr/>
              <a:t>42! 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